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deck is an executive proposal rather than a deep implementation review.
- The core recommendation is to keep SmartMock as the execution engine and build SmartSandbox around it as a platform layer.
- The discussion covers current capability, target architecture, market comparison, and the roadmap needed for a safe rollout.
[Sources]
- Internal: Smart-Mock-Execution-Engine-Overview (1).md
- Internal: ChatGPT-SmartSandbox summary.md
- Internal: ChatGPT-Sandbox in developer portal (1).md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recommendation keeps the engine you already have and moves the platform work outside the runtime rather than rewriting everything.
- One runtime per sandbox matches the isolation requirement you stated for third parties and advanced custom behavior.
- Namespace-per-sandbox is the practical operating default; stronger isolation remains available as a policy-driven exception.
- The roadmap matters because security hardening is a prerequisite for external programmable authoring.
[Sources]
- Internal: Smart-Mock-Execution-Engine-Overview (1).md
- Internal: ChatGPT-SmartSandbox summary.md
- Internal: ChatGPT-Sandbox in developer portal (1).md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key point is that SmartMock already solves the hard runtime mechanics of API simulation.
- Its strengths are dynamic registration, OpenAPI-driven provisioning, script execution, validation, forwarding, and hot updates without restart.
- The missing pieces are platform concerns: sandbox lifecycle, isolation, developer experience, observability, and secure external programmability.
- This is why SmartSandbox should wrap SmartMock rather than replace it.
[Sources]
- Internal: Smart-Mock-Execution-Engine-Overview (1).md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is the architectural boundary the rest of the proposal depends on.
- SmartMock is the execution kernel inside each sandbox, while SmartSandbox becomes the control plane and developer-facing product layer.
- That keeps the architecture modular and gives you room to harden advanced authoring independently from the portal and provisioning layers.
[Sources]
- Internal: Smart-Mock-Execution-Engine-Overview (1).md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operating model is designed around one isolated runtime per sandbox, created and governed by the platform.
- The developer experience becomes portal-native: create a sandbox, test APIs, trigger scenarios, receive webhooks, and debug with replay.
- The differentiator is not just mock responses; it is isolated partner testing across realistic business flows.
[Sources]
- Internal: ChatGPT-SmartSandbox summary.md
- Internal: ChatGPT-Sandbox in developer portal (1).md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market separates into lightweight mock tools and richer simulation or virtualization products.
- SmartSandbox should not compete as another simple mock server; it should compete as an isolated partner-sandbox platform.
- The benefit is stronger strategic differentiation, but the cost is a heavier operating model and a higher security bar for programmable behavior.
- This slide is directional synthesis from official documentation rather than a laboratory benchmark.
[Sources]
- External: https://docs.wiremock.io/overview
- External: https://docs.wiremock.io/openAPI/openapi
- External: https://wiremock.org/docs/stateful-behaviour/
- External: https://microcks.io/
- External: https://learning.postman.com/docs/design-apis/mock-apis/tutorials/mock-with-examples
- External: https://learning.postman.com/docs/design-apis/mock-apis/matching-algorithm
- External: https://learning.postman.com/docs/design-apis/mock-apis/create-dynamic-responses
- External: https://stoplight.io/open-source/prism
- External: https://docs.apidog.com/mock-api-data-in-apidog-617869m0
- External: https://docs.apidog.com/mock-scripts-618209m0
- External: https://docs.mulesoft.com/api-experience-hub/simulating-api-calls-using-the-mocking-service
- External: https://smartbear.com/product/ready-api/api-virtualization/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roadmap is designed to de-risk external rollout by front-loading security and platform hardening.
- Phase 1 is enough to launch a credible partner sandbox, while later phases add differentiation rather than basic viability.
- Decision gates matter because programmable authoring and higher-fidelity simulation have real cost and security implications.
[Sources]
- Internal: SmartSandbox_Architecture_Section_Consolidated.md
- Internal: ChatGPT-SmartSandbox 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immediate ask is not every future feature; it is approval of the architecture direction and the first safe delivery scope.
- Tracking the right metrics early is how we validate whether the heavier model is paying off for partner onboarding and developer experience.
- If these approvals are made, the next working step is a detailed Phase 0 and Phase 1 implementation plan.
[Sources]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4754880" cy="5486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0" y="640080"/>
            <a:ext cx="64008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91440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418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SmartSandbox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SmartSandbox Proposal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Evolve SmartMock into an isolated, portal-native partner sandbox platform with phased delivery and gated programmable behavior.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5074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Audience: senior tech leaders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5486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SmartMock today → SmartSandbox target → market view → roadmap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2120" y="91440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mnt/data/smartsandbox_ppt/assets/target_operating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365294"/>
            <a:ext cx="5486400" cy="18530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60720" y="54406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architecture view embedded in deck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66960" y="6309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proposal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recommendation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tech leaders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23444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" y="13441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Reuse SmartMock 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" y="1664208"/>
            <a:ext cx="235000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existing engine for dynamic endpoints, Groovy logic, validation, forwarding, templates, and OpenAPI-driven provisioning.</a:t>
            </a:r>
            <a:endParaRPr lang="en-US" sz="1147" dirty="0"/>
          </a:p>
        </p:txBody>
      </p:sp>
      <p:sp>
        <p:nvSpPr>
          <p:cNvPr id="13" name="Shape 11"/>
          <p:cNvSpPr/>
          <p:nvPr/>
        </p:nvSpPr>
        <p:spPr>
          <a:xfrm>
            <a:off x="3401568" y="123444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9584" y="13441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runtime per sandbox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9584" y="1664208"/>
            <a:ext cx="235000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 a dedicated SmartMock-based runtime for each sandbox to meet the isolation requirement for external developers and custom behavior.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123444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45352" y="13441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Namespace-per-sandbox default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5352" y="1664208"/>
            <a:ext cx="235000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Kubernetes namespaces as the baseline isolation model now; keep stronger runtime classes or micro-VMs as an option for high-risk tenants.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33104" y="123444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0" y="13441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Phased rollout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0" y="1664208"/>
            <a:ext cx="235000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hardening plus MVP self-service sandboxing, then add differentiated fidelity features and only later broaden programmable authoring.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063240"/>
            <a:ext cx="1078992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2461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means commercially and technically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3611880"/>
            <a:ext cx="54864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6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Position SmartSandbox as production-like partner onboarding, not as another lightweight mock server.</a:t>
            </a:r>
            <a:endParaRPr lang="en-US" sz="1206" dirty="0"/>
          </a:p>
          <a:p>
            <a:pPr indent="0" marL="0">
              <a:buNone/>
            </a:pPr>
            <a:r>
              <a:rPr lang="en-US" sz="1206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Differentiate on portal-native sandbox lifecycle, isolated runtimes, seeded data, signed webhooks, and replay.</a:t>
            </a:r>
            <a:endParaRPr lang="en-US" sz="1206" dirty="0"/>
          </a:p>
          <a:p>
            <a:pPr indent="0" marL="0">
              <a:buNone/>
            </a:pPr>
            <a:r>
              <a:rPr lang="en-US" sz="1206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 programmable external authoring as an advanced mode that depends on security hardening and tenant policy.</a:t>
            </a:r>
            <a:endParaRPr lang="en-US" sz="1206" dirty="0"/>
          </a:p>
          <a:p>
            <a:pPr indent="0" marL="0">
              <a:buNone/>
            </a:pPr>
            <a:r>
              <a:rPr lang="en-US" sz="1206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roadmap gates to protect cost, risk, and implementation focus.</a:t>
            </a:r>
            <a:endParaRPr lang="en-US" sz="1206" dirty="0"/>
          </a:p>
        </p:txBody>
      </p:sp>
      <p:sp>
        <p:nvSpPr>
          <p:cNvPr id="25" name="Shape 23"/>
          <p:cNvSpPr/>
          <p:nvPr/>
        </p:nvSpPr>
        <p:spPr>
          <a:xfrm>
            <a:off x="6720840" y="3401568"/>
            <a:ext cx="4572000" cy="1417320"/>
          </a:xfrm>
          <a:prstGeom prst="roundRect">
            <a:avLst>
              <a:gd name="adj" fmla="val 38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48856" y="351129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48856" y="3831336"/>
            <a:ext cx="43159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16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existing SmartMock investment, reduce rewrite risk, and create a platform that can scale from API testing to higher-fidelity business-journey simulation.</a:t>
            </a:r>
            <a:endParaRPr lang="en-US" sz="131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SmartMock today: strong execution engine, not yet a sandbox platform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tech leaders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43000"/>
            <a:ext cx="65836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smartmock_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00746"/>
            <a:ext cx="6364224" cy="32485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5843016"/>
            <a:ext cx="6327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view of current SmartMock runtime capabilities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0" y="123444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26096" y="134416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today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6096" y="1664208"/>
            <a:ext cx="3721608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endpoint registration</a:t>
            </a:r>
            <a:endParaRPr lang="en-US" sz="1377" dirty="0"/>
          </a:p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 import and template generation</a:t>
            </a:r>
            <a:endParaRPr lang="en-US" sz="1377" dirty="0"/>
          </a:p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Groovy compile, cache, and hot reload</a:t>
            </a:r>
            <a:endParaRPr lang="en-US" sz="1377" dirty="0"/>
          </a:p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 and forward proxy</a:t>
            </a:r>
            <a:endParaRPr lang="en-US" sz="1377" dirty="0"/>
          </a:p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Templates, env params, mock data, common functions</a:t>
            </a:r>
            <a:endParaRPr lang="en-US" sz="1377" dirty="0"/>
          </a:p>
        </p:txBody>
      </p:sp>
      <p:sp>
        <p:nvSpPr>
          <p:cNvPr id="16" name="Shape 13"/>
          <p:cNvSpPr/>
          <p:nvPr/>
        </p:nvSpPr>
        <p:spPr>
          <a:xfrm>
            <a:off x="7498080" y="3493008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626096" y="360273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Still missing for SmartSandbox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6096" y="3922776"/>
            <a:ext cx="3721608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lifecycle APIs</a:t>
            </a:r>
            <a:endParaRPr lang="en-US" sz="1377" dirty="0"/>
          </a:p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Per-sandbox isolation and tenancy controls</a:t>
            </a:r>
            <a:endParaRPr lang="en-US" sz="1377" dirty="0"/>
          </a:p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workflows, logs, replay, and webhook operations</a:t>
            </a:r>
            <a:endParaRPr lang="en-US" sz="1377" dirty="0"/>
          </a:p>
          <a:p>
            <a:pPr indent="0" marL="0">
              <a:buNone/>
            </a:pPr>
            <a:r>
              <a:rPr lang="en-US" sz="137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TTL, quotas, seeded data, and hardened external authoring</a:t>
            </a:r>
            <a:endParaRPr lang="en-US" sz="137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shift: SmartMock inside SmartSandbox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platform boundary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tech leaders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43000"/>
            <a:ext cx="749808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relatio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11460"/>
            <a:ext cx="7278624" cy="25413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5157216"/>
            <a:ext cx="7242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SmartMock remains the runtime core; SmartSandbox adds the platform layers around it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21040" y="1325880"/>
            <a:ext cx="3246120" cy="169164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49056" y="143560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keep SmartMock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49056" y="1755648"/>
            <a:ext cx="299008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1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existing engineering investment, reuse proven runtime behavior, and accelerate delivery by building platform capability around a working engine.</a:t>
            </a:r>
            <a:endParaRPr lang="en-US" sz="1217" dirty="0"/>
          </a:p>
        </p:txBody>
      </p:sp>
      <p:sp>
        <p:nvSpPr>
          <p:cNvPr id="16" name="Shape 13"/>
          <p:cNvSpPr/>
          <p:nvPr/>
        </p:nvSpPr>
        <p:spPr>
          <a:xfrm>
            <a:off x="8321040" y="3154680"/>
            <a:ext cx="3246120" cy="169164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49056" y="326440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SmartSandbox adds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49056" y="3584448"/>
            <a:ext cx="299008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management, isolation, keys, ingress, seeded data, webhook operations, replay, observability, quotas, and policy-driven authoring controls.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868680" y="5532120"/>
            <a:ext cx="10424160" cy="713232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6696" y="5641848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implication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96696" y="5961888"/>
            <a:ext cx="101681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platform build, not a runtime rewrite. Success depends on phase discipline and clear decisions on programmable tenant authoring.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SmartSandbox operating model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state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tech leaders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43000"/>
            <a:ext cx="67208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target_operating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358475"/>
            <a:ext cx="6501384" cy="219591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35240" y="1234440"/>
            <a:ext cx="3840480" cy="2514600"/>
          </a:xfrm>
          <a:prstGeom prst="roundRect">
            <a:avLst>
              <a:gd name="adj" fmla="val 218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63256" y="134416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capability set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63256" y="1664208"/>
            <a:ext cx="3584448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9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 sandbox creation</a:t>
            </a:r>
            <a:endParaRPr lang="en-US" sz="1391" dirty="0"/>
          </a:p>
          <a:p>
            <a:pPr indent="0" marL="0">
              <a:buNone/>
            </a:pPr>
            <a:r>
              <a:rPr lang="en-US" sz="139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API surface and auth semantics as production</a:t>
            </a:r>
            <a:endParaRPr lang="en-US" sz="1391" dirty="0"/>
          </a:p>
          <a:p>
            <a:pPr indent="0" marL="0">
              <a:buNone/>
            </a:pPr>
            <a:r>
              <a:rPr lang="en-US" sz="139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fixtures and scenario control</a:t>
            </a:r>
            <a:endParaRPr lang="en-US" sz="1391" dirty="0"/>
          </a:p>
          <a:p>
            <a:pPr indent="0" marL="0">
              <a:buNone/>
            </a:pPr>
            <a:r>
              <a:rPr lang="en-US" sz="139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webhooks with retry and replay</a:t>
            </a:r>
            <a:endParaRPr lang="en-US" sz="1391" dirty="0"/>
          </a:p>
          <a:p>
            <a:pPr indent="0" marL="0">
              <a:buNone/>
            </a:pPr>
            <a:r>
              <a:rPr lang="en-US" sz="139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third-party OpenAPI for broader business-case testing</a:t>
            </a:r>
            <a:endParaRPr lang="en-US" sz="1391" dirty="0"/>
          </a:p>
          <a:p>
            <a:pPr indent="0" marL="0">
              <a:buNone/>
            </a:pPr>
            <a:r>
              <a:rPr lang="en-US" sz="139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 request timeline and logs</a:t>
            </a:r>
            <a:endParaRPr lang="en-US" sz="1391" dirty="0"/>
          </a:p>
        </p:txBody>
      </p:sp>
      <p:sp>
        <p:nvSpPr>
          <p:cNvPr id="15" name="Shape 12"/>
          <p:cNvSpPr/>
          <p:nvPr/>
        </p:nvSpPr>
        <p:spPr>
          <a:xfrm>
            <a:off x="7635240" y="397764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63256" y="408736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differentiation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63256" y="4407408"/>
            <a:ext cx="358444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beyond basic API mocks by combining isolated runtime provisioning, dependency simulation, and portal-native debugging workflows.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868680" y="594360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E9F7F7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544" y="5989320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029968" y="594360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9F7F7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84832" y="5989320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401568" y="594360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E9F7F7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56432" y="598932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01184" y="5943600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E9F7F7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56048" y="5989320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programmable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position: where SmartSandbox can win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Directional synthesis from official product docs reviewed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tech leaders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15568"/>
            <a:ext cx="109728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207008"/>
            <a:ext cx="10643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Directional market view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89888" y="1527048"/>
            <a:ext cx="0" cy="31546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9888" y="1527048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1527048"/>
            <a:ext cx="0" cy="31546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9888" y="2315718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1527048"/>
            <a:ext cx="0" cy="31546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9888" y="3104388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1527048"/>
            <a:ext cx="0" cy="31546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9888" y="3893058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1527048"/>
            <a:ext cx="0" cy="31546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4681728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9888" y="4681728"/>
            <a:ext cx="9875520" cy="0"/>
          </a:xfrm>
          <a:prstGeom prst="line">
            <a:avLst/>
          </a:prstGeom>
          <a:noFill/>
          <a:ln w="19050">
            <a:solidFill>
              <a:srgbClr val="243B5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389888" y="4681728"/>
            <a:ext cx="0" cy="-3154680"/>
          </a:xfrm>
          <a:prstGeom prst="line">
            <a:avLst/>
          </a:prstGeom>
          <a:noFill/>
          <a:ln w="19050">
            <a:solidFill>
              <a:srgbClr val="243B5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01768" y="47548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Ease / speed of adoption →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44168" y="14538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fidelity / control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98448" y="4754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064240" y="47548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725558" y="3424657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62134" y="3461233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Postman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40573" y="3566617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7149" y="3603193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13902" y="3140735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50478" y="3177311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Apidog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1210" y="3030322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7786" y="306689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3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MuleSoft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44945" y="2494026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81521" y="253060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Microcks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6777" y="217855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3353" y="2215134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WireMock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0211" y="195773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6787" y="199430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ReadyAPI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11442" y="1642262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8018" y="167883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4928616"/>
            <a:ext cx="10643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 is a reasoned synthesis from official docs, not a measured benchmark.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77240" y="53492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05256" y="5458968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Pros of our proposal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5256" y="5779008"/>
            <a:ext cx="50017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 for regulated partner onboarding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differentiation than a basic mock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SmartMock and protect existing 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to expand into business-journey simulation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53912" y="5349240"/>
            <a:ext cx="5468112" cy="1051560"/>
          </a:xfrm>
          <a:prstGeom prst="roundRect">
            <a:avLst>
              <a:gd name="adj" fmla="val 521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81928" y="54589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 / watch-outs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81928" y="5779008"/>
            <a:ext cx="52120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operating cost than shared SaaS mocks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hardening is mandatory before broad programmable 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 to launch than buying a lighter tool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with decision gates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sequence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tech leaders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05940" y="1554480"/>
            <a:ext cx="8677656" cy="0"/>
          </a:xfrm>
          <a:prstGeom prst="line">
            <a:avLst/>
          </a:prstGeom>
          <a:noFill/>
          <a:ln w="25400">
            <a:solidFill>
              <a:srgbClr val="BCCCD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59636" y="140817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801368"/>
            <a:ext cx="1965960" cy="34290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192938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217627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 foundation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2404872"/>
            <a:ext cx="1819656" cy="2816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Package runtime per sandbox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tenant context and audit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Constrain or gate raw Groovy authoring</a:t>
            </a:r>
            <a:endParaRPr lang="en-US" sz="1227" dirty="0"/>
          </a:p>
        </p:txBody>
      </p:sp>
      <p:sp>
        <p:nvSpPr>
          <p:cNvPr id="16" name="Shape 14"/>
          <p:cNvSpPr/>
          <p:nvPr/>
        </p:nvSpPr>
        <p:spPr>
          <a:xfrm>
            <a:off x="4552188" y="1408176"/>
            <a:ext cx="292608" cy="292608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5512" y="1801368"/>
            <a:ext cx="1965960" cy="34290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25240" y="192938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88664" y="217627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SmartSandbox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88664" y="2404872"/>
            <a:ext cx="1819656" cy="2816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sandbox + seed data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Namespace-per-sandbox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Webhook retry / replay + portal logs</a:t>
            </a:r>
            <a:endParaRPr lang="en-US" sz="1227" dirty="0"/>
          </a:p>
        </p:txBody>
      </p:sp>
      <p:sp>
        <p:nvSpPr>
          <p:cNvPr id="21" name="Shape 19"/>
          <p:cNvSpPr/>
          <p:nvPr/>
        </p:nvSpPr>
        <p:spPr>
          <a:xfrm>
            <a:off x="7444740" y="140817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8064" y="1801368"/>
            <a:ext cx="1965960" cy="34290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17792" y="192938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81216" y="217627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fidelity &amp; differentiation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81216" y="2404872"/>
            <a:ext cx="1819656" cy="2816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Import 3rd-party OpenAPI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Dependency virtualization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Richer scenarios and CI drift controls</a:t>
            </a:r>
            <a:endParaRPr lang="en-US" sz="1227" dirty="0"/>
          </a:p>
        </p:txBody>
      </p:sp>
      <p:sp>
        <p:nvSpPr>
          <p:cNvPr id="26" name="Shape 24"/>
          <p:cNvSpPr/>
          <p:nvPr/>
        </p:nvSpPr>
        <p:spPr>
          <a:xfrm>
            <a:off x="10337292" y="140817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0616" y="1801368"/>
            <a:ext cx="1965960" cy="34290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10344" y="192938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73768" y="217627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excellence tier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73768" y="2404872"/>
            <a:ext cx="1819656" cy="2816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Record-replay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travel / schedulers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 stronger isolation class</a:t>
            </a:r>
            <a:endParaRPr lang="en-US" sz="1227" dirty="0"/>
          </a:p>
        </p:txBody>
      </p:sp>
      <p:sp>
        <p:nvSpPr>
          <p:cNvPr id="31" name="Shape 29"/>
          <p:cNvSpPr/>
          <p:nvPr/>
        </p:nvSpPr>
        <p:spPr>
          <a:xfrm>
            <a:off x="868680" y="5504688"/>
            <a:ext cx="1042416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96696" y="5614416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Gates between phases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6696" y="5934456"/>
            <a:ext cx="1016812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controls proven → pilot demand validated → unit economics understood → premium features justified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decisions needed now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points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tech leaders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143560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" y="1755648"/>
            <a:ext cx="31729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SmartMock as the retained core execution engine inside SmartSandbox.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9976" y="132588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7992" y="143560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07992" y="1755648"/>
            <a:ext cx="31729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operating model: one runtime per sandbox, namespace-per-sandbox, schema-per-sandbox database to start.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132588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143560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755648"/>
            <a:ext cx="31729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 and Phase 1 as the minimum safe path to a production-grade partner sandbox offering.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" y="2834640"/>
            <a:ext cx="10698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035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metrics to track from day one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352044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657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TTFSC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38770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first successful call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52044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657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Spin-up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520440" y="38770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creation latency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52044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657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Webhook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035040" y="38770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success + replay usage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58200" y="352044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3657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Adoption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549640" y="38770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sandboxes and scenario coverage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8680" y="5166360"/>
            <a:ext cx="1037844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96696" y="5276088"/>
            <a:ext cx="10122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96696" y="5596128"/>
            <a:ext cx="1012240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forward with the platform build only if we explicitly accept the heavier operating model in exchange for stronger differentiation and partner onboarding value.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Strategic Evolution: Developer Portal + SmartMock + SmartSandbox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HSBC Developer Portal already covers API discovery and partner onboarding.</a:t>
            </a:r>
          </a:p>
          <a:p>
            <a:pPr>
              <a:defRPr sz="1600"/>
            </a:pPr>
            <a:r>
              <a:t>• SmartMock provides reusable Open Banking simulation runtime capability.</a:t>
            </a:r>
          </a:p>
          <a:p>
            <a:pPr>
              <a:defRPr sz="1600"/>
            </a:pPr>
            <a:r>
              <a:t>• SmartSandbox adds lifecycle management, isolation, scenarios, dynamic data and governance.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Target Architecture: SmartMock evolves into SmartSandbox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Control Plane manages sandbox lifecycle.</a:t>
            </a:r>
          </a:p>
          <a:p>
            <a:pPr>
              <a:defRPr sz="1600"/>
            </a:pPr>
            <a:r>
              <a:t>• SmartMock remains the execution engine.</a:t>
            </a:r>
          </a:p>
          <a:p>
            <a:pPr>
              <a:defRPr sz="1600"/>
            </a:pPr>
            <a:r>
              <a:t>• Journey simulation enables consent, payment and event testing.</a:t>
            </a:r>
          </a:p>
        </p:txBody>
      </p:sp>
      <p:pic>
        <p:nvPicPr>
          <p:cNvPr id="4" name="Picture 3" descr="SmartSandbox_Evolu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572000" cy="2775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Major Comparison: DAC / DigitalAPI vs HSBC SmartSandbox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DAC provides a mature Open Banking sandbox.</a:t>
            </a:r>
          </a:p>
          <a:p>
            <a:pPr>
              <a:defRPr sz="1600"/>
            </a:pPr>
            <a:r>
              <a:t>• HSBC advantage is existing portal ownership and SmartMock extensibility.</a:t>
            </a:r>
          </a:p>
          <a:p>
            <a:pPr>
              <a:defRPr sz="1600"/>
            </a:pPr>
            <a:r>
              <a:t>• Differentiation: end-to-end business journey simulation.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8288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HSBC SmartSandbox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HSBC owned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HKMA 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Proven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Custom journey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Dynamic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Configurable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State simulation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Custom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SmartMock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HSBC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Long Term Roadmap: SmartMock -&gt; SmartSandbox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Phase 0: SmartMock hardening.</a:t>
            </a:r>
          </a:p>
          <a:p>
            <a:pPr>
              <a:defRPr sz="1600"/>
            </a:pPr>
            <a:r>
              <a:t>• Phase 1: Sandbox platform MVP.</a:t>
            </a:r>
          </a:p>
          <a:p>
            <a:pPr>
              <a:defRPr sz="1600"/>
            </a:pPr>
            <a:r>
              <a:t>• Phase 2: Advanced simulation.</a:t>
            </a:r>
          </a:p>
          <a:p>
            <a:pPr>
              <a:defRPr sz="1600"/>
            </a:pPr>
            <a:r>
              <a:t>• Phase 3: AI intelligent sandbox.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SmartSandbox Proposal — Senior Tech Leaders</dc:title>
  <dc:subject>SmartSandbox Proposal — Senior Tech Leaders</dc:subject>
  <dc:creator>OpenAI</dc:creator>
  <cp:lastModifiedBy>OpenAI</cp:lastModifiedBy>
  <cp:revision>1</cp:revision>
  <dcterms:created xsi:type="dcterms:W3CDTF">2026-03-24T03:34:29Z</dcterms:created>
  <dcterms:modified xsi:type="dcterms:W3CDTF">2026-03-24T03:34:29Z</dcterms:modified>
</cp:coreProperties>
</file>