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HSBC SmartSandbox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Developer Portal + SmartMock Evolution Beyond DAC Open Banking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Message: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• HSBC already owns the key capabilities: Developer Portal, HKMA P3 APIs, Open Banking experience.</a:t>
            </a:r>
          </a:p>
          <a:p>
            <a:pPr>
              <a:defRPr sz="1700"/>
            </a:pPr>
            <a:r>
              <a:t>• SmartMock provides the simulation execution engine.</a:t>
            </a:r>
          </a:p>
          <a:p>
            <a:pPr>
              <a:defRPr sz="1700"/>
            </a:pPr>
            <a:r>
              <a:t>• The strategic opportunity is evolving API sandboxing into business integration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Target Architecture: SmartMock → SmartSandbox</a:t>
            </a:r>
          </a:p>
        </p:txBody>
      </p:sp>
      <p:pic>
        <p:nvPicPr>
          <p:cNvPr id="3" name="Picture 2" descr="SmartSandbox_DAC_Replacemen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77724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DAC vs HSBC SmartSandbox: Strategic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• DAC provides a mature Open Banking sandbox capability.</a:t>
            </a:r>
          </a:p>
          <a:p>
            <a:pPr>
              <a:defRPr sz="1700"/>
            </a:pPr>
            <a:r>
              <a:t>• HSBC differentiates through existing portal ownership and SmartMock extensibility.</a:t>
            </a:r>
          </a:p>
          <a:p>
            <a:pPr>
              <a:defRPr sz="1700"/>
            </a:pPr>
            <a:r>
              <a:t>• The comparison is not mock server versus sandbox; it is API testing versus integration simulation.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Major Capability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DAC / DigitalAPI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HSBC SmartSandbox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Developer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Vendor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Already built HSBC portal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HKMA P3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Already onboarded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PSD2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Proven experience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Consent Journey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Standard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End-to-end simulation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Dynamic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Configured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Business state simulation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SmartMock logic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Roadmap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HSBC strategic capability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Open Banking Journey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• SmartSandbox validates complete business journeys:</a:t>
            </a:r>
          </a:p>
          <a:p>
            <a:pPr>
              <a:defRPr sz="1700"/>
            </a:pPr>
            <a:r>
              <a:t>• 1. Consent creation</a:t>
            </a:r>
          </a:p>
          <a:p>
            <a:pPr>
              <a:defRPr sz="1700"/>
            </a:pPr>
            <a:r>
              <a:t>• 2. Customer authorisation</a:t>
            </a:r>
          </a:p>
          <a:p>
            <a:pPr>
              <a:defRPr sz="1700"/>
            </a:pPr>
            <a:r>
              <a:t>• 3. Account access</a:t>
            </a:r>
          </a:p>
          <a:p>
            <a:pPr>
              <a:defRPr sz="1700"/>
            </a:pPr>
            <a:r>
              <a:t>• 4. Payment initiation</a:t>
            </a:r>
          </a:p>
          <a:p>
            <a:pPr>
              <a:defRPr sz="1700"/>
            </a:pPr>
            <a:r>
              <a:t>• 5. Payment status</a:t>
            </a:r>
          </a:p>
          <a:p>
            <a:pPr>
              <a:defRPr sz="1700"/>
            </a:pPr>
            <a:r>
              <a:t>• 6. Webhook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Dynamic Data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• Move from static API responses to realistic business states.</a:t>
            </a:r>
          </a:p>
          <a:p>
            <a:pPr>
              <a:defRPr sz="1700"/>
            </a:pPr>
            <a:r>
              <a:t>• Simulate customer, account, transaction, consent and payment lifecycle.</a:t>
            </a:r>
          </a:p>
          <a:p>
            <a:pPr>
              <a:defRPr sz="1700"/>
            </a:pPr>
            <a:r>
              <a:t>• Enable partners to test real integration scenarios before production.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Long-Term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• Phase 0: SmartMock enterprise hardening.</a:t>
            </a:r>
          </a:p>
          <a:p>
            <a:pPr>
              <a:defRPr sz="1700"/>
            </a:pPr>
            <a:r>
              <a:t>• Phase 1: SmartSandbox lifecycle, isolation and scenario platform.</a:t>
            </a:r>
          </a:p>
          <a:p>
            <a:pPr>
              <a:defRPr sz="1700"/>
            </a:pPr>
            <a:r>
              <a:t>• Phase 2: External API virtualization and advanced journeys.</a:t>
            </a:r>
          </a:p>
          <a:p>
            <a:pPr>
              <a:defRPr sz="1700"/>
            </a:pPr>
            <a:r>
              <a:t>• Phase 3: AI-assisted intelligent sandbox.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Strategic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• Do not position SmartSandbox as another API mock solution.</a:t>
            </a:r>
          </a:p>
          <a:p>
            <a:pPr>
              <a:defRPr sz="1700"/>
            </a:pPr>
            <a:r>
              <a:t>• Position it as HSBC-owned Open Banking Integration Simulation Platform.</a:t>
            </a:r>
          </a:p>
          <a:p>
            <a:pPr>
              <a:defRPr sz="1700"/>
            </a:pPr>
            <a:r>
              <a:t>• SmartMock remains the engine; SmartSandbox becomes the strategic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